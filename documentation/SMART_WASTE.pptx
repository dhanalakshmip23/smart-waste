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90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30770-A2B5-4065-847B-53D3ADD72A43}" v="1" dt="2025-11-04T16:50:27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9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alakshmi P" userId="a3a3004390bf8b84" providerId="LiveId" clId="{DD2ACE46-9E9F-42DC-AA72-C5ECE7E753D7}"/>
    <pc:docChg chg="modSld">
      <pc:chgData name="Dhanalakshmi P" userId="a3a3004390bf8b84" providerId="LiveId" clId="{DD2ACE46-9E9F-42DC-AA72-C5ECE7E753D7}" dt="2025-11-04T16:50:27.844" v="1"/>
      <pc:docMkLst>
        <pc:docMk/>
      </pc:docMkLst>
      <pc:sldChg chg="modSp mod">
        <pc:chgData name="Dhanalakshmi P" userId="a3a3004390bf8b84" providerId="LiveId" clId="{DD2ACE46-9E9F-42DC-AA72-C5ECE7E753D7}" dt="2025-11-04T16:50:27.844" v="1"/>
        <pc:sldMkLst>
          <pc:docMk/>
          <pc:sldMk cId="0" sldId="257"/>
        </pc:sldMkLst>
        <pc:spChg chg="mod">
          <ac:chgData name="Dhanalakshmi P" userId="a3a3004390bf8b84" providerId="LiveId" clId="{DD2ACE46-9E9F-42DC-AA72-C5ECE7E753D7}" dt="2025-11-04T16:50:13.662" v="0" actId="20577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Dhanalakshmi P" userId="a3a3004390bf8b84" providerId="LiveId" clId="{DD2ACE46-9E9F-42DC-AA72-C5ECE7E753D7}" dt="2025-11-04T16:50:27.844" v="1"/>
          <ac:spMkLst>
            <pc:docMk/>
            <pc:sldMk cId="0" sldId="257"/>
            <ac:spMk id="10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1c0c4d02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9e1c0c4d02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e1c0c4d02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9e1c0c4d02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e1c0c4d02_2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9e1c0c4d02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1c0c4d02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9e1c0c4d02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e1c0c4d02_2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9e1c0c4d02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1c0c4d02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9e1c0c4d02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700" b="1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6255" y="1918297"/>
            <a:ext cx="6920865" cy="129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 b="0" i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919633" y="4848510"/>
            <a:ext cx="1535430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777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lvl="1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lvl="2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lvl="3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lvl="4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lvl="5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lvl="6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lvl="7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lvl="8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700" b="1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 b="0" i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919633" y="4848510"/>
            <a:ext cx="1535430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777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lvl="1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lvl="2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lvl="3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lvl="4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lvl="5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lvl="6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lvl="7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lvl="8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700" b="1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3919633" y="4848510"/>
            <a:ext cx="1535430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777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lvl="1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lvl="2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lvl="3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lvl="4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lvl="5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lvl="6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lvl="7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lvl="8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700" b="1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919633" y="4848510"/>
            <a:ext cx="1535430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777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lvl="1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lvl="2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lvl="3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lvl="4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lvl="5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lvl="6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lvl="7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lvl="8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919633" y="4848510"/>
            <a:ext cx="1535430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777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lvl="1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lvl="2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lvl="3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lvl="4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lvl="5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lvl="6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lvl="7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lvl="8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4782316"/>
            <a:ext cx="9142286" cy="35946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0" y="4766072"/>
            <a:ext cx="9144000" cy="377666"/>
          </a:xfrm>
          <a:custGeom>
            <a:avLst/>
            <a:gdLst/>
            <a:ahLst/>
            <a:cxnLst/>
            <a:rect l="l" t="t" r="r" b="b"/>
            <a:pathLst>
              <a:path w="12192000" h="503554" extrusionOk="0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27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516255" y="1918297"/>
            <a:ext cx="6920865" cy="129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919633" y="4848510"/>
            <a:ext cx="1535430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777" cy="13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lvl="1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lvl="2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lvl="3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lvl="4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lvl="5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lvl="6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lvl="7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lvl="8" indent="0">
              <a:lnSpc>
                <a:spcPct val="103000"/>
              </a:lnSpc>
              <a:spcBef>
                <a:spcPts val="0"/>
              </a:spcBef>
              <a:buNone/>
              <a:defRPr sz="900" b="1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1833825" y="1011125"/>
            <a:ext cx="5426100" cy="39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232375" y="182125"/>
            <a:ext cx="8798700" cy="7407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2339450" y="1727375"/>
            <a:ext cx="4414800" cy="47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1F487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HACKNOVA 2025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777984" y="2326799"/>
            <a:ext cx="7576265" cy="14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t" anchorCtr="0">
            <a:spAutoFit/>
          </a:bodyPr>
          <a:lstStyle/>
          <a:p>
            <a:pPr marL="317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</a:pPr>
            <a:endParaRPr sz="1500" b="1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lvl="0" indent="-196850">
              <a:buSzPts val="1500"/>
              <a:buFont typeface="Arial" panose="020B0604020202020204"/>
              <a:buChar char="•"/>
            </a:pPr>
            <a:r>
              <a:rPr lang="en-GB" sz="1500" b="1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Problem Statement Title - </a:t>
            </a:r>
            <a:r>
              <a:rPr lang="en-US" sz="1600" b="1" dirty="0"/>
              <a:t>Real Life Solutions for Waste Management 			              (Software - Clean &amp; Green)</a:t>
            </a:r>
          </a:p>
          <a:p>
            <a:pPr marL="31750" lvl="0">
              <a:buSzPts val="1500"/>
            </a:pPr>
            <a:endParaRPr lang="en-GB" sz="1500" b="1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Char char="•"/>
            </a:pPr>
            <a:r>
              <a:rPr lang="en-GB" sz="1500" b="1" dirty="0">
                <a:solidFill>
                  <a:schemeClr val="dk1"/>
                </a:solidFill>
              </a:rPr>
              <a:t> Team Name - </a:t>
            </a:r>
            <a:r>
              <a:rPr lang="en-IN" altLang="en-GB" sz="1500" b="1" dirty="0">
                <a:solidFill>
                  <a:schemeClr val="dk1"/>
                </a:solidFill>
              </a:rPr>
              <a:t>Visionaries</a:t>
            </a:r>
            <a:endParaRPr sz="1800" b="1" dirty="0"/>
          </a:p>
          <a:p>
            <a:pPr marL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857250" y="228600"/>
            <a:ext cx="7497000" cy="9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700"/>
              <a:buFont typeface="Times New Roman" panose="02020603050405020304"/>
              <a:buNone/>
            </a:pPr>
            <a:r>
              <a:rPr lang="en-GB" sz="27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SAI VIDYA INSTITUTE OF TECHNOLOGY</a:t>
            </a:r>
            <a:endParaRPr sz="27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 panose="020B0604020202020204"/>
              <a:buNone/>
            </a:pPr>
            <a:endParaRPr sz="2700" b="1">
              <a:solidFill>
                <a:srgbClr val="63242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5" name="Google Shape;95;p19" descr="A logo for a company&#10;&#10;AI-generated content may b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286777" y="228466"/>
            <a:ext cx="575764" cy="580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 descr="Sai Vidya Institute of Technology - Wikipedia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2896" y="198530"/>
            <a:ext cx="575764" cy="57576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1821180" y="1010920"/>
            <a:ext cx="6095365" cy="39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rgbClr val="3F315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</a:t>
            </a:r>
            <a:r>
              <a:rPr lang="en-IN" altLang="en-GB" sz="1400" b="1">
                <a:solidFill>
                  <a:srgbClr val="3F315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INFORMATION</a:t>
            </a:r>
            <a:r>
              <a:rPr lang="en-GB" sz="1400" b="1">
                <a:solidFill>
                  <a:srgbClr val="3F315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SCIENCE AND ENGINEERING</a:t>
            </a:r>
            <a:endParaRPr sz="1400" b="1">
              <a:solidFill>
                <a:srgbClr val="3F315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98" name="Google Shape;98;p19"/>
          <p:cNvSpPr txBox="1"/>
          <p:nvPr/>
        </p:nvSpPr>
        <p:spPr>
          <a:xfrm>
            <a:off x="1714500" y="670084"/>
            <a:ext cx="612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Approved by AICTE, New Delhi, Affiliated to VTU, Recognized by Govt. of Karnataka, Accredited by NBA, New Delhi (CSE, ECE. ISE) NAAC "A" Grade</a:t>
            </a:r>
            <a:endParaRPr sz="6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63242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0" y="93821"/>
            <a:ext cx="9084946" cy="74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3550" rIns="0" bIns="0" anchor="t" anchorCtr="0">
            <a:spAutoFit/>
          </a:bodyPr>
          <a:lstStyle/>
          <a:p>
            <a:pPr marL="2171700" lvl="0"/>
            <a:endParaRPr dirty="0"/>
          </a:p>
        </p:txBody>
      </p:sp>
      <p:sp>
        <p:nvSpPr>
          <p:cNvPr id="104" name="Google Shape;104;p20"/>
          <p:cNvSpPr txBox="1"/>
          <p:nvPr/>
        </p:nvSpPr>
        <p:spPr>
          <a:xfrm>
            <a:off x="142240" y="1251527"/>
            <a:ext cx="8942706" cy="322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t" anchorCtr="0">
            <a:spAutoFit/>
          </a:bodyPr>
          <a:lstStyle/>
          <a:p>
            <a:pPr marL="349250" lvl="0" indent="-342900">
              <a:buClr>
                <a:srgbClr val="1F487C"/>
              </a:buClr>
              <a:buSzPts val="2300"/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bg2"/>
                </a:solidFill>
              </a:rPr>
              <a:t>Problem statement</a:t>
            </a:r>
          </a:p>
          <a:p>
            <a:pPr marL="6350" lvl="0">
              <a:buClr>
                <a:srgbClr val="1F487C"/>
              </a:buClr>
              <a:buSzPts val="2300"/>
            </a:pPr>
            <a:r>
              <a:rPr lang="en-US" sz="1600" dirty="0"/>
              <a:t>	Urban areas face challenges like unsegregated waste, overflowing bins, inefficient 	collection, and low citizen participation.</a:t>
            </a:r>
          </a:p>
          <a:p>
            <a:pPr marL="279400" lvl="0" indent="-273050">
              <a:buClr>
                <a:srgbClr val="1F487C"/>
              </a:buClr>
              <a:buSzPts val="2300"/>
              <a:buFont typeface="Noto Sans Symbols"/>
              <a:buChar char="❖"/>
            </a:pPr>
            <a:r>
              <a:rPr lang="en-GB" sz="2400" b="1" u="sng" dirty="0">
                <a:solidFill>
                  <a:srgbClr val="1F487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Solution</a:t>
            </a:r>
            <a:endParaRPr lang="en-US" sz="9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900" dirty="0"/>
          </a:p>
          <a:p>
            <a:pPr marL="292100" lvl="0" indent="-28575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software platform</a:t>
            </a:r>
            <a:r>
              <a:rPr lang="en-US" sz="1600" dirty="0"/>
              <a:t> and </a:t>
            </a:r>
            <a:r>
              <a:rPr lang="en-US" sz="1600" b="1" dirty="0"/>
              <a:t>mobile app</a:t>
            </a:r>
            <a:r>
              <a:rPr lang="en-US" sz="1600" dirty="0"/>
              <a:t> for smart waste segregation and tracking.</a:t>
            </a:r>
          </a:p>
          <a:p>
            <a:pPr marL="292100" lvl="0" indent="-28575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AI image recognition</a:t>
            </a:r>
            <a:r>
              <a:rPr lang="en-US" sz="1600" dirty="0"/>
              <a:t> to identify waste type (wet, dry, plastic, e-waste).</a:t>
            </a:r>
          </a:p>
          <a:p>
            <a:pPr marL="292100" lvl="0" indent="-28575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600" b="1" dirty="0"/>
              <a:t>QR-coded smart bins</a:t>
            </a:r>
            <a:r>
              <a:rPr lang="en-US" sz="1600" dirty="0"/>
              <a:t> linked to a cloud system for monitoring and data analytics</a:t>
            </a:r>
            <a:endParaRPr lang="en-US" sz="16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92100" lvl="0" indent="-28575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600" b="1" dirty="0"/>
              <a:t>Reward-based system</a:t>
            </a:r>
            <a:r>
              <a:rPr lang="en-US" sz="1600" dirty="0"/>
              <a:t> (Eco Points) to encourage responsible disposal</a:t>
            </a:r>
          </a:p>
          <a:p>
            <a:pPr marL="292100" indent="-28575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600" b="1" dirty="0"/>
              <a:t>Dashboard</a:t>
            </a:r>
            <a:r>
              <a:rPr lang="en-US" sz="1600" dirty="0"/>
              <a:t> for authorities to view bin status and plan efficient collection routes.</a:t>
            </a:r>
            <a:endParaRPr lang="en-US" sz="9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775" rIns="0" bIns="0" anchor="t" anchorCtr="0">
            <a:spAutoFit/>
          </a:bodyPr>
          <a:lstStyle/>
          <a:p>
            <a:pPr marL="1435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TECHNICAL APPROACH</a:t>
            </a:r>
            <a:endParaRPr dirty="0"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247327" y="933735"/>
            <a:ext cx="8490274" cy="370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r>
              <a:rPr lang="en-IN" sz="1600" b="1" dirty="0"/>
              <a:t>Technologies Used:</a:t>
            </a:r>
          </a:p>
          <a:p>
            <a:r>
              <a:rPr lang="en-IN" sz="1600" b="1" dirty="0"/>
              <a:t>	</a:t>
            </a:r>
            <a:r>
              <a:rPr lang="en-IN" sz="1600" dirty="0"/>
              <a:t>Programming Languages: Python, JavaScript</a:t>
            </a:r>
          </a:p>
          <a:p>
            <a:r>
              <a:rPr lang="en-IN" sz="1600" b="1" dirty="0"/>
              <a:t>Frameworks &amp; Tools:</a:t>
            </a:r>
            <a:endParaRPr lang="en-IN" sz="160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Frontend:</a:t>
            </a:r>
            <a:r>
              <a:rPr lang="en-IN" sz="1600" dirty="0"/>
              <a:t> Flutter / React (for user &amp; admin apps)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Backend:</a:t>
            </a:r>
            <a:r>
              <a:rPr lang="en-IN" sz="1600" dirty="0"/>
              <a:t> Node.js with Firebase / MongoDB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AI/ML:</a:t>
            </a:r>
            <a:r>
              <a:rPr lang="en-IN" sz="1600" dirty="0"/>
              <a:t> TensorFlow or Teachable Machine (waste image recognition)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IoT Hardware (optional):</a:t>
            </a:r>
            <a:r>
              <a:rPr lang="en-IN" sz="1600" dirty="0"/>
              <a:t> Arduino / Raspberry Pi with sensors to detect bin fill levels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APIs:</a:t>
            </a:r>
            <a:r>
              <a:rPr lang="en-IN" sz="1600" dirty="0"/>
              <a:t> Google Maps API for bin location and navigation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Methodology &amp; Implementation Process</a:t>
            </a:r>
          </a:p>
          <a:p>
            <a:r>
              <a:rPr lang="en-IN" sz="1600" b="1" dirty="0"/>
              <a:t>	Step 1:</a:t>
            </a:r>
            <a:r>
              <a:rPr lang="en-IN" sz="1600" dirty="0"/>
              <a:t> User uploads or scans waste image via app</a:t>
            </a:r>
            <a:br>
              <a:rPr lang="en-IN" sz="1600" dirty="0"/>
            </a:br>
            <a:r>
              <a:rPr lang="en-IN" sz="1600" b="1" dirty="0"/>
              <a:t>Step 2:</a:t>
            </a:r>
            <a:r>
              <a:rPr lang="en-IN" sz="1600" dirty="0"/>
              <a:t> AI model identifies waste type (wet, dry, plastic, e-waste)</a:t>
            </a:r>
            <a:br>
              <a:rPr lang="en-IN" sz="1600" dirty="0"/>
            </a:br>
            <a:r>
              <a:rPr lang="en-IN" sz="1600" b="1" dirty="0"/>
              <a:t>Step 3:</a:t>
            </a:r>
            <a:r>
              <a:rPr lang="en-IN" sz="1600" dirty="0"/>
              <a:t> App suggests correct bin and records disposal via QR code</a:t>
            </a:r>
            <a:br>
              <a:rPr lang="en-IN" sz="1600" dirty="0"/>
            </a:br>
            <a:r>
              <a:rPr lang="en-IN" sz="1600" b="1" dirty="0"/>
              <a:t>Step 4:</a:t>
            </a:r>
            <a:r>
              <a:rPr lang="en-IN" sz="1600" dirty="0"/>
              <a:t> Data stored in cloud → Dashboard updates in real-time</a:t>
            </a:r>
            <a:br>
              <a:rPr lang="en-IN" sz="1600" dirty="0"/>
            </a:br>
            <a:r>
              <a:rPr lang="en-IN" sz="1600" b="1" dirty="0"/>
              <a:t>Step 5:</a:t>
            </a:r>
            <a:r>
              <a:rPr lang="en-IN" sz="1600" dirty="0"/>
              <a:t> Authorities monitor bin status, optimize collection routes, and reward users</a:t>
            </a:r>
          </a:p>
        </p:txBody>
      </p:sp>
      <p:sp>
        <p:nvSpPr>
          <p:cNvPr id="116" name="Google Shape;116;p21"/>
          <p:cNvSpPr txBox="1"/>
          <p:nvPr/>
        </p:nvSpPr>
        <p:spPr>
          <a:xfrm>
            <a:off x="499097" y="162400"/>
            <a:ext cx="687300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indent="50800" algn="just"/>
            <a:endParaRPr lang="en-IN" dirty="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700" indent="50800" algn="just"/>
            <a:endParaRPr lang="en-IN" dirty="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700" marR="0" lvl="0" indent="50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775" rIns="0" bIns="0" anchor="t" anchorCtr="0">
            <a:spAutoFit/>
          </a:bodyPr>
          <a:lstStyle/>
          <a:p>
            <a:pPr marL="149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AND BENEFITS</a:t>
            </a:r>
          </a:p>
        </p:txBody>
      </p:sp>
      <p:sp>
        <p:nvSpPr>
          <p:cNvPr id="124" name="Google Shape;124;p22"/>
          <p:cNvSpPr txBox="1"/>
          <p:nvPr/>
        </p:nvSpPr>
        <p:spPr>
          <a:xfrm>
            <a:off x="157163" y="933736"/>
            <a:ext cx="8468677" cy="359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r>
              <a:rPr lang="en-US" sz="1600" b="1" dirty="0"/>
              <a:t>🌿 Environmental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Promotes waste segregation &amp; recycling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landfill and pollution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sustainable city goals</a:t>
            </a:r>
          </a:p>
          <a:p>
            <a:endParaRPr lang="en-US" sz="1600" dirty="0"/>
          </a:p>
          <a:p>
            <a:r>
              <a:rPr lang="en-US" sz="1600" b="1" dirty="0"/>
              <a:t>👥 Social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Raises awareness &amp; citizen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Rewards eco-friendly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Builds cleaner, responsible communities</a:t>
            </a:r>
          </a:p>
          <a:p>
            <a:endParaRPr lang="en-US" sz="1600" dirty="0"/>
          </a:p>
          <a:p>
            <a:r>
              <a:rPr lang="en-US" sz="1600" b="1" dirty="0"/>
              <a:t>🏛️ Operational / Government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monitoring &amp;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Optimized collection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efficiency &amp; transparency</a:t>
            </a:r>
          </a:p>
          <a:p>
            <a:pPr marL="6350" lvl="0">
              <a:buSzPts val="2100"/>
            </a:pPr>
            <a:endParaRPr lang="en-GB" sz="900" dirty="0"/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74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775" rIns="0" bIns="0" anchor="t" anchorCtr="0">
            <a:spAutoFit/>
          </a:bodyPr>
          <a:lstStyle/>
          <a:p>
            <a:pPr marL="1435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TECHNICAL APPROACH</a:t>
            </a:r>
            <a:endParaRPr dirty="0"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247327" y="933735"/>
            <a:ext cx="8490274" cy="370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800" cy="14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019" y="838390"/>
            <a:ext cx="6488823" cy="3702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1102614" y="93821"/>
            <a:ext cx="6075711" cy="49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775" rIns="0" bIns="0" anchor="t" anchorCtr="0">
            <a:spAutoFit/>
          </a:bodyPr>
          <a:lstStyle/>
          <a:p>
            <a:pPr marL="149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164306" y="933736"/>
            <a:ext cx="8461534" cy="222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6350" lvl="0" algn="ctr">
              <a:buSzPts val="2100"/>
            </a:pPr>
            <a:endParaRPr lang="en-IN" sz="4800" dirty="0"/>
          </a:p>
          <a:p>
            <a:pPr marL="6350" lvl="0" algn="ctr">
              <a:buSzPts val="2100"/>
            </a:pPr>
            <a:endParaRPr lang="en-IN" sz="4800" dirty="0"/>
          </a:p>
          <a:p>
            <a:pPr marL="6350" lvl="0" algn="ctr">
              <a:buSzPts val="2100"/>
            </a:pPr>
            <a:r>
              <a:rPr lang="en-IN" sz="4800" dirty="0"/>
              <a:t>THANK YOU.</a:t>
            </a:r>
            <a:endParaRPr lang="en-GB" sz="4800" dirty="0"/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8531828" y="4848510"/>
            <a:ext cx="124800" cy="14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</Words>
  <Application>Microsoft Office PowerPoint</Application>
  <PresentationFormat>On-screen Show (16:9)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Wingdings</vt:lpstr>
      <vt:lpstr>Simple Light</vt:lpstr>
      <vt:lpstr>Office Theme</vt:lpstr>
      <vt:lpstr>   HACKNOVA 2025</vt:lpstr>
      <vt:lpstr>PowerPoint Presentation</vt:lpstr>
      <vt:lpstr>TECHNICAL APPROACH</vt:lpstr>
      <vt:lpstr>IMPACT AND BENEFITS</vt:lpstr>
      <vt:lpstr>TECHNICAL APPROACH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CODESPRINT 2025</dc:title>
  <dc:creator>user</dc:creator>
  <cp:lastModifiedBy>Dhanalakshmi P</cp:lastModifiedBy>
  <cp:revision>9</cp:revision>
  <dcterms:created xsi:type="dcterms:W3CDTF">2025-11-03T16:08:05Z</dcterms:created>
  <dcterms:modified xsi:type="dcterms:W3CDTF">2025-11-04T16:50:34Z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9C19D27A100A419E8FB659ABF5A52AD6_13</vt:lpwstr>
  </property>
  <property fmtid="{D5CDD505-2E9C-101B-9397-08002B2CF9AE}" pid="3" name="KSOProductBuildVer">
    <vt:lpwstr>1033-12.2.0.23131</vt:lpwstr>
  </property>
</Properties>
</file>